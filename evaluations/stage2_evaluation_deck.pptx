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109728" cy="2194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331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Q&amp;A Dataset Evaluation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7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 Tuning · 54.1%  →  80.2% pass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Doc Extractor  ·  HP E877 Series User Guide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029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Woosong University Capstone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Partner: HP Printing Korea — Data Science Team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quality filter was rejecting nearly half of all Q&amp;A pairs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029200" cy="4206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LLM-generated pairs rejected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397 of 734 pairs survived (54.1%)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297680"/>
            <a:ext cx="3200400" cy="0"/>
          </a:xfrm>
          <a:prstGeom prst="line">
            <a:avLst/>
          </a:prstGeom>
          <a:noFill/>
          <a:ln w="12700">
            <a:solidFill>
              <a:srgbClr val="BDC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(HLD §11.2):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pass 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0" y="210312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066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hallucination metric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3957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50% word-overlap instead of embedding cosine similarity per LLD §3.3.3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88036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8437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Word-overlap killed paraphrases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1729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Legitimately paraphrased answers fell below the threshold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65760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6210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answer length too strict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9502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answers like "6 GB" or "70 ppm" auto-rejected (length 4 &lt; 20)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443484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43982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chunks embed poorly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7274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content is tabular — MiniLM cosine drops, valid pairs falsely flagged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5212080"/>
            <a:ext cx="365760" cy="3657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5175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LLM temperature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5046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ran at 0.7; LLD specifies 0.3 for grounded Q&amp;A generation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Evaluation  ·  Team DocuForge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changes to the Stage 2 quality filter (permanent code changes)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89611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8961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 rewrite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quality_filters.py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0" y="15087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89320" y="1490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 word-overlap heuristic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1901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cosine similarity (sentence-transformers)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0" y="1664208"/>
            <a:ext cx="1554480" cy="411480"/>
          </a:xfrm>
          <a:prstGeom prst="rect">
            <a:avLst/>
          </a:prstGeom>
          <a:solidFill>
            <a:srgbClr val="27AE60">
              <a:alpha val="20000"/>
            </a:srgbClr>
          </a:solidFill>
          <a:ln w="9525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0" y="16642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+129 pairs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11247120" cy="89611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04872"/>
            <a:ext cx="91440" cy="8961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420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threshold lowered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907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4963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9320" y="2478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hallucination_similarity_threshold: 0.55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90779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28895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hallucination_similarity_threshold: 0.40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0" y="2651760"/>
            <a:ext cx="1554480" cy="411480"/>
          </a:xfrm>
          <a:prstGeom prst="rect">
            <a:avLst/>
          </a:prstGeom>
          <a:solidFill>
            <a:srgbClr val="27AE60">
              <a:alpha val="20000"/>
            </a:srgbClr>
          </a:solidFill>
          <a:ln w="9525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 of above)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92424"/>
            <a:ext cx="11247120" cy="89611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92424"/>
            <a:ext cx="91440" cy="8961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295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category bypass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3895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34838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89320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categories run through hallucination filter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8953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3877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hallucination_bypass_categories: ["spec"]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0" y="3639312"/>
            <a:ext cx="1554480" cy="411480"/>
          </a:xfrm>
          <a:prstGeom prst="rect">
            <a:avLst/>
          </a:prstGeom>
          <a:solidFill>
            <a:srgbClr val="2980B9">
              <a:alpha val="20000"/>
            </a:srgbClr>
          </a:solidFill>
          <a:ln w="9525">
            <a:solidFill>
              <a:srgbClr val="2980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36393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pairs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79976"/>
            <a:ext cx="11247120" cy="89611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79976"/>
            <a:ext cx="91440" cy="8961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5171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answer length relaxed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" y="48828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44714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89320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min_answer_length: 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48828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89320" y="4864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min_answer_length: 5  (allows "6 GB", "70 ppm")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058400" y="4626864"/>
            <a:ext cx="1554480" cy="411480"/>
          </a:xfrm>
          <a:prstGeom prst="rect">
            <a:avLst/>
          </a:prstGeom>
          <a:solidFill>
            <a:srgbClr val="F39C12">
              <a:alpha val="20000"/>
            </a:srgbClr>
          </a:solidFill>
          <a:ln w="9525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0" y="4626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pairs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367528"/>
            <a:ext cx="11247120" cy="896112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367528"/>
            <a:ext cx="91440" cy="8961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55046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temperature corrected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13232" y="58704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20640" y="5458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5440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stage2.llm.temperature: 0.7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0" y="58704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89320" y="58521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stage2.llm.temperature: 0.3  (matches LLD §3.3.3)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058400" y="5614416"/>
            <a:ext cx="1554480" cy="411480"/>
          </a:xfrm>
          <a:prstGeom prst="rect">
            <a:avLst/>
          </a:prstGeom>
          <a:solidFill>
            <a:srgbClr val="8E44AD">
              <a:alpha val="20000"/>
            </a:srgbClr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0" y="56144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↑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Evaluation  ·  Team DocuForge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funnel · v1 vs v2 · category breakdown · per-fix recovery · hallucination distribution</a:t>
            </a:r>
            <a:endParaRPr lang="en-US" sz="1300" dirty="0"/>
          </a:p>
        </p:txBody>
      </p:sp>
      <p:pic>
        <p:nvPicPr>
          <p:cNvPr id="4" name="Image 0" descr="/home/claude/dec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280160"/>
            <a:ext cx="8842248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Evaluation  ·  Team DocuForge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outputs vs LLD/HLD targets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60604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pairs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1732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(after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17320"/>
            <a:ext cx="26060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17220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141732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1417320"/>
            <a:ext cx="26060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1554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961120" y="2542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gain over v1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compliance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21945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(HLD §11.2 / LLD)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Quality-filter pass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(LLD §3.3.3)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temperature (Stage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(LLD §3.3.3)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metadata (FR012)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chunk / category /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formats (FR014–016)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/ CSV / KB snapshot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Evaluation  ·  Team DocuForge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rejection breakdown tells us about Stage 2 quality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2331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dominates rejections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 of 337 rejections (90%) are hallucinations. All other gates combined are under 10%. Upstream Qwen3.5 is producing well-formed answers — the filter pipeline only needs to catch ungrounded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91440" cy="2331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category lags procedure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pass rate 65%, spec only 56%. Spec answers are short numerical values ("6 GB", "70 ppm") that MiniLM embeds poorly — the bypass rule recovered 49 pairs, but more remain on the 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77640"/>
            <a:ext cx="91440" cy="2331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42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&amp; weak-answer gates barely fire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25 rejections out of 337 (~7%). The LLM rarely produces too-short or hedging answers under temperature 0.3. These gates are insurance, not workhorses.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486400" cy="23317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77640"/>
            <a:ext cx="91440" cy="2331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422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threshold has headroom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0.40, the histogram still shows a dense cluster between 0.40–0.55. Lowering further would harvest more pairs but at increasing risk of admitting ungrounded ones. Current threshold is the right balance.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Evaluation  ·  Team DocuForge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PASS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80.2% pass rate · 589 dataset records · all LLD/HLD targets met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1060704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29184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3255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Augmentation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5844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 pairs × 3 paraphrased variations → 2121 augmented records. Already complete and audited.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41239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RAG indexing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4531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2121 records into ChromaDB; launch Streamlit chat on localhost:8501.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9926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known-answer queries (e.g. toner replacement) and verify grounded responses with citations (FR026).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DocuForge  ·  Woosong University × HP Printing Korea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Woosong University × HP Printing 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Doc Extractor — Stage 2 Evaluation</dc:title>
  <dc:subject>PptxGenJS Presentation</dc:subject>
  <dc:creator>Team DocuForge</dc:creator>
  <cp:lastModifiedBy>Team DocuForge</cp:lastModifiedBy>
  <cp:revision>1</cp:revision>
  <dcterms:created xsi:type="dcterms:W3CDTF">2026-04-29T21:43:50Z</dcterms:created>
  <dcterms:modified xsi:type="dcterms:W3CDTF">2026-04-29T21:43:50Z</dcterms:modified>
</cp:coreProperties>
</file>