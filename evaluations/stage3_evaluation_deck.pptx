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0"/>
            <a:ext cx="109728" cy="2194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331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Dataset Augmentation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 originals  →  2121 training records  ·  audit verified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Doc Extractor  ·  HP E877 Series User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5029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DocuForge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Woosong University Capstone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Partner: HP Printing Korea — Data Science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Stage 2 dataset via question-side paraphrasing while preserving each original 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020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rephrases each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Qwen3.5:9B at temperature 0.7 — 3 paraphrased variations per accepted Stage 2 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935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filter applied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2644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each variation; keep only sim ∈ [0.70, 0.97] vs original (LLD §3.4.3)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849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answer preserved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178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only replaces messages[1] (user question) — assistant content untouched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764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augmented dataset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0932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+ CSV with full provenance (parent qid, variation index, status)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55080" y="2057400"/>
            <a:ext cx="53492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057400"/>
            <a:ext cx="91440" cy="11430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23317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can one get involved in HP Planet Partners?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6700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Visit www.hp.com/hprecycle and select your country/region.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333756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337560"/>
            <a:ext cx="9144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401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3796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steps are needed to participate in the HP Planet Partners program?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425196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251960"/>
            <a:ext cx="9144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315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37960" y="4526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I become part of HP's recycling initiative?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516636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5166360"/>
            <a:ext cx="9144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5230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37960" y="54406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necessary to participate in HP Planet Partners' return program?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55080" y="60807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preserved across all variations 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Evaluation  ·  Team DocuForge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distribution · multiplier · category breakdown · audit · similarity distribution</a:t>
            </a:r>
            <a:endParaRPr lang="en-US" sz="1300" dirty="0"/>
          </a:p>
        </p:txBody>
      </p:sp>
      <p:pic>
        <p:nvPicPr>
          <p:cNvPr id="4" name="Image 0" descr="/home/claude/deck3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280160"/>
            <a:ext cx="8842248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Evaluation  ·  Team DocuForge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outputs vs LLD §3.4 / FR018-FR021 targets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260604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1732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8328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accepted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1732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7220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dataset records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417320"/>
            <a:ext cx="26060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96112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similarity to source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compliance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219456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(LLD §3.4 / FR)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Variations per question (FR018)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 (post-filter)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Near-clones rejected (&gt;0.97)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in output (FR019)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1532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drift rejected (&lt;0.70)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in output (FR019)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1532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preservation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(LLD §3.4.1)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(no drift)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export format (FR020)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 + CSV with provenance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written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batch package (FR021)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intermediate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mentor_batch.jsonl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Evaluation  ·  Team DocuForge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 — Parent ID Collision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during Stage 3 quality review · diagnosed · fixed forward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audit caught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40233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91440" cy="4023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21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variation groups had multiple distinct answers — looked like answer drift.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IDs were SHA-1 hashes truncated to 12 hex characters. Two different Stage 2 questions hashed to identical 12-char prefixes, so their variations grouped together.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path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script flagged 2 groups with multiple answers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groups → saw two v1's and two v2's per parent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on (parent_id, variation_index) confirmed duplicates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_question_id() in final_exporter.py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(1 line)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5080" y="2011680"/>
            <a:ext cx="5349240" cy="914400"/>
          </a:xfrm>
          <a:prstGeom prst="rect">
            <a:avLst/>
          </a:prstGeom>
          <a:solidFill>
            <a:srgbClr val="FBE9E7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75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hashlib.sha1(q.encode()).hexdigest()[:12]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679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hex chars · 48 bits · birthday-paradox collision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08960"/>
            <a:ext cx="534924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172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hashlib.sha1(q.encode()).hexdigest()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776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hex chars · 160 bits · collision probability ≈ 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current dataset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461772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records of 2121 mislabeled (0.19%)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answers individually still valid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keys on chunk_id, not augmented_from — RAG unaffected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regeneration needed; bug fixed forward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Evaluation  ·  Team DocuForge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variation distribution and similarity profile tell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2331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variations in-spec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1532 / 1532 variations land in the [0.70, 0.97] window. Mean similarity to source = 0.91. The augmentation gate is enforcing the LLD §3.4.3 spec correctly — every kept variation is genuinely paraphrased without semantic drift.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91440" cy="2331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originals hit full 3× target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of 589 originals received the full 3 variations; 134 got 2; 30 got 1. The 12% that fell short were rejected by the post-LLM similarity filter — the pipeline emits only quality-passed variations, not raw LLM output.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77640"/>
            <a:ext cx="91440" cy="2331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42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dominates augmentation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questions yielded 2.69× multiplier (1189 variations from 442 originals) — the highest of the three categories. Spec lags at 2.14×, reflecting the same MiniLM-on-spec embedding limitation observed in Stage 2.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77640"/>
            <a:ext cx="91440" cy="2331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42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caught what manual review wouldn't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collisions surfaced only because the audit script ran a (parent_id, variation_index) Counter check. Visual inspection of 2121 records by the team would have missed them. Validates automated quality reports per stage.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Evaluation  ·  Team DocuForge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PASS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2121 augmented records · 0 quality issues · bug fixed forward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1060704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29184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RAG indexing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5844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2121 records into ChromaDB with sentence-transformers embeddings (FR022, FR023).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1239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Streamlit chat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4531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local RAG chat on localhost:8501; verify grounded answers with source citations (FR025, FR026).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9926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3218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known-answer queries (e.g. toner replacement) and confirm offline operation (FR028).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DocuForge  ·  Woosong University × HP Printing Korea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Doc Extractor — Stage 3 Evaluation</dc:title>
  <dc:subject>PptxGenJS Presentation</dc:subject>
  <dc:creator>Team DocuForge</dc:creator>
  <cp:lastModifiedBy>Team DocuForge</cp:lastModifiedBy>
  <cp:revision>1</cp:revision>
  <dcterms:created xsi:type="dcterms:W3CDTF">2026-04-29T21:56:38Z</dcterms:created>
  <dcterms:modified xsi:type="dcterms:W3CDTF">2026-04-29T21:56:38Z</dcterms:modified>
</cp:coreProperties>
</file>